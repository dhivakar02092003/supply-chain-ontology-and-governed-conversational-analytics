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50">
                <a:solidFill>
                  <a:srgbClr val="202729"/>
                </a:solidFill>
                <a:latin typeface="Manrope SemiBold"/>
              </a:rPr>
              <a:t>Team Name : Pro-Scientists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50">
                <a:solidFill>
                  <a:srgbClr val="202729"/>
                </a:solidFill>
                <a:latin typeface="Manrope SemiBold"/>
              </a:rPr>
              <a:t>Problem Statement : Supply Chain Ontology &amp; Governed Conversational Analytics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50">
                <a:solidFill>
                  <a:srgbClr val="202729"/>
                </a:solidFill>
                <a:latin typeface="Manrope SemiBold"/>
              </a:rPr>
              <a:t>Team Leader Name : Krishna Apil Chowdary Morampudi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50">
                <a:solidFill>
                  <a:srgbClr val="202729"/>
                </a:solidFill>
                <a:latin typeface="Manrope SemiBold"/>
              </a:rPr>
              <a:t>Team Size : 3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1. Problem Brief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Business Problem: Supply chain data scattered across ERP, logistics, supplier &amp; IoT systems with inconsistent definitions. Same question yields different answers across teams.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Target Users: 8 personas - Procurement, Manufacturing, Warehouse, Sales, Logistics, Planning, Quality, Finance.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Pain Point: "What is lead time?" = 6d (Procurement) vs 2d (Manufacturing) vs 12d (Sales). No single source of truth.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Solution: Industry ontology encoded as governed semantic views + Cortex Agent for consistent NL answers.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Industry: Laptop Manufacturing (TechNova Electronics) | SAP ERP Data Model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202729"/>
                </a:solidFill>
                <a:latin typeface="Manrope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02729"/>
                </a:solidFill>
                <a:latin typeface="Manrope"/>
              </a:rPr>
              <a:t>2. Architecture Diagram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Data Flow: 40 SAP Tables (Bronze) -&gt; 40 Clean Tables (Silver) -&gt; 8 Persona Views + 5 Cross-Domain Views (Gold)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9 Semantic Views -&gt; Cortex Agent (7 Analyst + Search + Email + ORDER_360 + Code Exec)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MCP: GitHub (Read - Report Skills) + Jira (Write - Support Tickets)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Skills: KPI Health Check + Ontology Validator | Unstructured: PDF Pipeline -&gt; Cortex Search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App: React + FastAPI -&gt; SPCS (Nginx + FastAPI containers)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202729"/>
                </a:solidFill>
                <a:latin typeface="Manrope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02729"/>
                </a:solidFill>
                <a:latin typeface="Manrope"/>
              </a:rPr>
              <a:t>3. Impact Statement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Metric Consistency: Same metric resolves identically across all 8 personas via ontology disambiguation.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Scalable: Add new personas or metrics by extending semantic views - no code changes needed.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Beyond Demo: Production-ready SPCS deployment, reusable GitHub skills, Jira integration for ops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29100" y="300000"/>
            <a:ext cx="8485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02729"/>
                </a:solidFill>
                <a:latin typeface="Manrope"/>
              </a:rPr>
              <a:t>Solution Architecture &amp; Data Model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202729"/>
                </a:solidFill>
                <a:latin typeface="Manrope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02729"/>
                </a:solidFill>
                <a:latin typeface="Manrope"/>
              </a:rPr>
              <a:t>Three-Layer Medallion Architecture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Bronze (SCM_RAW.RAW_SCH): 40 SAP tables with original codes (VBAK, EKKO, AUFK, MARA, QMEL, etc.)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Silver (SCM_RAW.CLEAN): Human-readable transformations (Sales_Order_Header, Purchase_Order_Item, etc.)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Gold (SCM_ANALYTICS): 8 Persona Views + 5 Cross-Domain Views + 9 Semantic Views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202729"/>
                </a:solidFill>
                <a:latin typeface="Manrope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02729"/>
                </a:solidFill>
                <a:latin typeface="Manrope"/>
              </a:rPr>
              <a:t>Ontology Disambiguation (8 Ambiguous Terms Resolved)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Lead Time: Procurement=6d (PO-to-receipt) | Mfg=2d (cycle) | Sales=12d (order-to-delivery) | Logistics=2d (transit)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Cost: Procurement=$400 (PO price) | Mfg=$450 (+labor) | Finance=$480 (full landed)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Delivery Date: Procurement=supplier-to-warehouse | Sales/Logistics=customer received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Inventory: Warehouse=physical stock | Sales=ATP | Finance=book value | Quality=saleable qty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202729"/>
                </a:solidFill>
                <a:latin typeface="Manrope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02729"/>
                </a:solidFill>
                <a:latin typeface="Manrope"/>
              </a:rPr>
              <a:t>CoCo Desktop Usage Across All Phases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Planning: Data exploration, ontology design, architecture drafting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Development: Synthetic data gen, pipeline building, SV authoring, agent config, app scaffolding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Execution: SPCS deployment, Docker builds, end-to-end orchestration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Testing: SV accuracy validation, agent response testing, cross-persona metric consistency checks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329100" y="300000"/>
            <a:ext cx="8485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02729"/>
                </a:solidFill>
                <a:latin typeface="Manrope"/>
              </a:rPr>
              <a:t>Cortex Agent &amp; Application Features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202729"/>
                </a:solidFill>
                <a:latin typeface="Manrope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02729"/>
                </a:solidFill>
                <a:latin typeface="Manrope"/>
              </a:rPr>
              <a:t>Cortex Agent: 11 Tools + 2 Skills + 2 MCP Servers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7 Cortex Analyst Tools: Finance, Logistics, Manufacturing, Procurement, Quality, Sales, Warehouse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1 Cortex Search: Document Search (policies, audits, risk documents - 25 chunks)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2 Custom Tools: Send Email (alerts/reports) + ORDER_360 (multi-agent orchestration)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1 Code Execution: Python code for complex analytics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Skills: KPI Health Check (red/yellow/green) + Ontology Validator (SV compliance audit)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MCP: GitHub (5 reusable report skills - public repo) + Jira (ops ticket creation)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Guardrails: Strict routing rules, cross-persona interception, out-of-bound rejection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202729"/>
                </a:solidFill>
                <a:latin typeface="Manrope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02729"/>
                </a:solidFill>
                <a:latin typeface="Manrope"/>
              </a:rPr>
              <a:t>React Application (Deployed on SPCS)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Live URL: https://eqzfdtb-pmktxrp-ceb03210.snowflakecomputing.app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8 Persona KPI Dashboards with real-time charts (Recharts)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Live Ontology Viewer - interactive supply chain flow visualization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AI Key Insights (AI_COMPLETE) + Sentiment Analysis (AI_SENTIMENT) + Classification (AI_CLASSIFY)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"Speak with Data" tab - natural language agent chat directly in the app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Dark/Light theme toggle | Responsive design | Client+Server caching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100" b="1">
                <a:solidFill>
                  <a:srgbClr val="202729"/>
                </a:solidFill>
                <a:latin typeface="Manrope"/>
              </a:rPr>
              <a:t>Multi-Agent Orchestration | Reusable Skills | Future Roadmap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29100" y="300000"/>
            <a:ext cx="84858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02729"/>
                </a:solidFill>
                <a:latin typeface="Manrope"/>
              </a:rPr>
              <a:t>Key Differentiators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202729"/>
                </a:solidFill>
                <a:latin typeface="Manrope"/>
              </a:rPr>
              <a:t/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Multi-Agent Orchestration: ORDER_360_AGENT called as custom tool within main agent for E2E order tracing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Reusable Skills: 5 published skills (KPI Health, Ontology Validator, Metric Resolver, Report Generator, Data Quality Auditor)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GitHub MCP: Public repo with report generation skills reusable by other teams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Jira MCP: Write-based integration for ops ticket creation (supplier corrective action, low stock alerts)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Unstructured Pipeline: Automated PDF processing -&gt; chunking -&gt; Cortex Search Service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40 SAP Tables: Realistic synthetic data with SAP codes, referential integrity, production-like schema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202729"/>
                </a:solidFill>
                <a:latin typeface="Manrope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02729"/>
                </a:solidFill>
                <a:latin typeface="Manrope"/>
              </a:rPr>
              <a:t>Future Roadmap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RBAC: Restrict persona views by Snowflake roles for domain-level access control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Data Masking: Dynamic masking for sensitive fields (cost, margin, supplier pricing)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Real-Time Pipelines: Snowpipe Streaming for near real-time inventory and shipment updates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Additional MCP: Slack notifications, Google Drive document ingestion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02729"/>
                </a:solidFill>
                <a:latin typeface="Manrope"/>
              </a:rPr>
              <a:t>Evaluation Framework: Automated agent accuracy testing with verified query benchmarks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